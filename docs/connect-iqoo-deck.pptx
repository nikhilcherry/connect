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Every car gets a voice.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Anyone can reach a car's owner without either side sharing a phone number.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 · iQOO Hackathon · Mobility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Blocked in. Lights on all night. No number to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can't reach you about your car, and you can't hand out your number to every stranger.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Today that means honking, notes under the wiper, or a call to the building guard.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A QR tag turns it into a private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Scan with any phone camera, no app needed.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Pick the reason, prove you're at the car with the last 4 plate characters.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 and family are alerted at once; replies come back in the stranger's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Neither side ever sees a phone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plate is the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No sticker? Photograph the plate. ML Kit OCR reads it on the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If the owner is on Connect, the masked chat opens. The answer is only "a Connect car exists".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photo never leaves the phone. Ambiguous plates resolve to nothing, so a squatter never gets your messages.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1 of 3: the plate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A YOLO11n we trained on 8,823 plate photos, then fine-tuned on Indian close-ups. 4.3 MB after INT8, runs on the phone with ONNX Runtime.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Honest test: 47 real Indian phone photos it never saw. mAP50 0.73, up from 0.64 before fine-tuning. On its own non-Indian test set: 0.98.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INT8 cost nothing in accuracy and made it 1.6x faster (keeping the detection head in float; plain INT8 broke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2 of 3: the plate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A small CRNN (3.4 MB) trained on 360,000 synthetic Indian plates plus real crops. We beat ML Kit on 150 real Indian plates it never saw: 60.7% exact against 49.3% (same repair rules).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app tries ours first and shows both answers: the right plate is among them 73% of the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Honest limits: small test, ML Kit is slightly more precise when it answers, so the app uses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3 of 3: damage and a rough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a dent, scratch or crack: a model on the phone marks it and gives a rough rupee range for that car, plus an evidence PDF for the owner or insurer.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Trained on 10,000 labelled photos. Honest scores (mAP50): shattered glass 0.69, crack 0.40, dent 0.31, scratch 0.25; 0.40 overall as shipped. Only four classes are reliable.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cost is a hand-set range scaled by car size, brand and damaged area, shown with a get-a-quote note. It is an estimate, not a quote.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understand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the problem; the phone labels the scene on-device.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On a clear sign (a wreck, a tow truck, a gate in frame) it suggests the reason, drafts the message and flags urgency. Otherwise it leaves the choice to you.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suggestion travels in the URL fragment, never to a server. The sender reviews and sends.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language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Detect the language of a stranger's message and translate it on the phone (English, Hindi, Kannada, Tamil).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Owners can dictate replies by voice in their own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Language packs download once; after that it works offline.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BEYOND THE FIRST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Reasons to open it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Parking memory, fuel and service log with a PDF history for resale.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Family sharing, crash detection with a 15-second cancel, one-tap 112 and SOS.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Live trip sharing, renewals, housing-society notice board.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Privacy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never touch the database: one edge function checks the plate, rate-limits and hashes IPs.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Colour, make and model only. No name, number or address, ever.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Personal logs stay on the phone. In-app account deletion removes everything.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Free to run, tested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Rs 0 per month on free tiers (Supabase, FCM, Vercel).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119 backend end-to-end checks and 87 app tests and on-device ML checks; CI on every push.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English, Hindi, Kannada and Tamil across the app, scan page and trip page.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4BFDE"/>
                </a:solidFill>
              </a:defRPr>
            </a:pPr>
            <a: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Test the on-device layer on a real iQOO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Voice notes from strangers (needs an on-device model on the scan page).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Switch on push with a Firebase project; proof of ownership for plates.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Connect. Every car gets a voice.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