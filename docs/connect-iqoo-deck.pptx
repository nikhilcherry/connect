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4000" b="1">
                <a:solidFill>
                  <a:srgbClr val="FFFFFF"/>
                </a:solidFill>
              </a:defRPr>
            </a:pPr>
            <a:r>
              <a:t>Every car gets a voice.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468880"/>
            <a:ext cx="105156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0">
                <a:solidFill>
                  <a:srgbClr val="C4BFDE"/>
                </a:solidFill>
              </a:defRPr>
            </a:pPr>
            <a:r>
              <a:t>Anyone can reach a car's owner without either side sharing a phone number.</a:t>
            </a:r>
          </a:p>
          <a:p>
            <a:pPr>
              <a:spcAft>
                <a:spcPts val="1000"/>
              </a:spcAft>
              <a:defRPr sz="2200" b="0">
                <a:solidFill>
                  <a:srgbClr val="C4BFDE"/>
                </a:solidFill>
              </a:defRPr>
            </a:pPr>
            <a:r>
              <a:t>Connect · iQOO Hackathon · Mobility track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E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5A45C9"/>
                </a:solidFill>
              </a:defRPr>
            </a:pPr>
            <a: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4000" b="1">
                <a:solidFill>
                  <a:srgbClr val="171335"/>
                </a:solidFill>
              </a:defRPr>
            </a:pPr>
            <a:r>
              <a:t>Blocked in. Lights on all night. No number to call.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468880"/>
            <a:ext cx="105156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0">
                <a:solidFill>
                  <a:srgbClr val="575279"/>
                </a:solidFill>
              </a:defRPr>
            </a:pPr>
            <a:r>
              <a:t>Strangers can't reach you about your car, and you can't hand out your number to every stranger.</a:t>
            </a:r>
          </a:p>
          <a:p>
            <a:pPr>
              <a:spcAft>
                <a:spcPts val="1000"/>
              </a:spcAft>
              <a:defRPr sz="2200" b="0">
                <a:solidFill>
                  <a:srgbClr val="575279"/>
                </a:solidFill>
              </a:defRPr>
            </a:pPr>
            <a:r>
              <a:t>Today that means honking, notes under the wiper, or a call to the building guard.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E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5A45C9"/>
                </a:solidFill>
              </a:defRPr>
            </a:pPr>
            <a:r>
              <a:t>THE CORE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4000" b="1">
                <a:solidFill>
                  <a:srgbClr val="171335"/>
                </a:solidFill>
              </a:defRPr>
            </a:pPr>
            <a:r>
              <a:t>A QR tag turns it into a private chat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468880"/>
            <a:ext cx="105156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0">
                <a:solidFill>
                  <a:srgbClr val="575279"/>
                </a:solidFill>
              </a:defRPr>
            </a:pPr>
            <a:r>
              <a:t>Scan with any phone camera, no app needed.</a:t>
            </a:r>
          </a:p>
          <a:p>
            <a:pPr>
              <a:spcAft>
                <a:spcPts val="1000"/>
              </a:spcAft>
              <a:defRPr sz="2200" b="0">
                <a:solidFill>
                  <a:srgbClr val="575279"/>
                </a:solidFill>
              </a:defRPr>
            </a:pPr>
            <a:r>
              <a:t>Pick the reason, prove you're at the car with the last 4 plate characters.</a:t>
            </a:r>
          </a:p>
          <a:p>
            <a:pPr>
              <a:spcAft>
                <a:spcPts val="1000"/>
              </a:spcAft>
              <a:defRPr sz="2200" b="0">
                <a:solidFill>
                  <a:srgbClr val="575279"/>
                </a:solidFill>
              </a:defRPr>
            </a:pPr>
            <a:r>
              <a:t>Owner and family are alerted at once; replies come back in the stranger's language.</a:t>
            </a:r>
          </a:p>
          <a:p>
            <a:pPr>
              <a:spcAft>
                <a:spcPts val="1000"/>
              </a:spcAft>
              <a:defRPr sz="2200" b="0">
                <a:solidFill>
                  <a:srgbClr val="575279"/>
                </a:solidFill>
              </a:defRPr>
            </a:pPr>
            <a:r>
              <a:t>Neither side ever sees a phone number.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E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5A45C9"/>
                </a:solidFill>
              </a:defRPr>
            </a:pPr>
            <a:r>
              <a:t>BUILT FOR IQOO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4000" b="1">
                <a:solidFill>
                  <a:srgbClr val="171335"/>
                </a:solidFill>
              </a:defRPr>
            </a:pPr>
            <a:r>
              <a:t>On-device AI: the plate is the QR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468880"/>
            <a:ext cx="105156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0">
                <a:solidFill>
                  <a:srgbClr val="575279"/>
                </a:solidFill>
              </a:defRPr>
            </a:pPr>
            <a:r>
              <a:t>No sticker? Photograph the plate. ML Kit OCR reads it on the phone.</a:t>
            </a:r>
          </a:p>
          <a:p>
            <a:pPr>
              <a:spcAft>
                <a:spcPts val="1000"/>
              </a:spcAft>
              <a:defRPr sz="2200" b="0">
                <a:solidFill>
                  <a:srgbClr val="575279"/>
                </a:solidFill>
              </a:defRPr>
            </a:pPr>
            <a:r>
              <a:t>If the owner is on Connect, the masked chat opens. The answer is only "a Connect car exists".</a:t>
            </a:r>
          </a:p>
          <a:p>
            <a:pPr>
              <a:spcAft>
                <a:spcPts val="1000"/>
              </a:spcAft>
              <a:defRPr sz="2200" b="0">
                <a:solidFill>
                  <a:srgbClr val="575279"/>
                </a:solidFill>
              </a:defRPr>
            </a:pPr>
            <a:r>
              <a:t>The photo never leaves the phone. Ambiguous plates resolve to nothing, so a squatter never gets your messages.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E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5A45C9"/>
                </a:solidFill>
              </a:defRPr>
            </a:pPr>
            <a:r>
              <a:t>BUILT FOR IQOO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4000" b="1">
                <a:solidFill>
                  <a:srgbClr val="171335"/>
                </a:solidFill>
              </a:defRPr>
            </a:pPr>
            <a:r>
              <a:t>On-device AI: understand the situation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468880"/>
            <a:ext cx="105156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0">
                <a:solidFill>
                  <a:srgbClr val="575279"/>
                </a:solidFill>
              </a:defRPr>
            </a:pPr>
            <a:r>
              <a:t>Photograph the problem; the phone labels the scene and suggests the reason.</a:t>
            </a:r>
          </a:p>
          <a:p>
            <a:pPr>
              <a:spcAft>
                <a:spcPts val="1000"/>
              </a:spcAft>
              <a:defRPr sz="2200" b="0">
                <a:solidFill>
                  <a:srgbClr val="575279"/>
                </a:solidFill>
              </a:defRPr>
            </a:pPr>
            <a:r>
              <a:t>It drafts the message and flags urgent cases (accident, towing).</a:t>
            </a:r>
          </a:p>
          <a:p>
            <a:pPr>
              <a:spcAft>
                <a:spcPts val="1000"/>
              </a:spcAft>
              <a:defRPr sz="2200" b="0">
                <a:solidFill>
                  <a:srgbClr val="575279"/>
                </a:solidFill>
              </a:defRPr>
            </a:pPr>
            <a:r>
              <a:t>The suggestion travels in the URL fragment, never to a server. The sender reviews and sends.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E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5A45C9"/>
                </a:solidFill>
              </a:defRPr>
            </a:pPr>
            <a:r>
              <a:t>BUILT FOR IQOO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4000" b="1">
                <a:solidFill>
                  <a:srgbClr val="171335"/>
                </a:solidFill>
              </a:defRPr>
            </a:pPr>
            <a:r>
              <a:t>On-device AI: the language bridge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468880"/>
            <a:ext cx="105156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0">
                <a:solidFill>
                  <a:srgbClr val="575279"/>
                </a:solidFill>
              </a:defRPr>
            </a:pPr>
            <a:r>
              <a:t>Detect the language of a stranger's message and translate it on the phone (English, Hindi, Kannada, Tamil).</a:t>
            </a:r>
          </a:p>
          <a:p>
            <a:pPr>
              <a:spcAft>
                <a:spcPts val="1000"/>
              </a:spcAft>
              <a:defRPr sz="2200" b="0">
                <a:solidFill>
                  <a:srgbClr val="575279"/>
                </a:solidFill>
              </a:defRPr>
            </a:pPr>
            <a:r>
              <a:t>Owners can dictate replies by voice in their own language.</a:t>
            </a:r>
          </a:p>
          <a:p>
            <a:pPr>
              <a:spcAft>
                <a:spcPts val="1000"/>
              </a:spcAft>
              <a:defRPr sz="2200" b="0">
                <a:solidFill>
                  <a:srgbClr val="575279"/>
                </a:solidFill>
              </a:defRPr>
            </a:pPr>
            <a:r>
              <a:t>Language packs download once; after that it works offline.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E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5A45C9"/>
                </a:solidFill>
              </a:defRPr>
            </a:pPr>
            <a:r>
              <a:t>BEYOND THE FIRST ALERT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4000" b="1">
                <a:solidFill>
                  <a:srgbClr val="171335"/>
                </a:solidFill>
              </a:defRPr>
            </a:pPr>
            <a:r>
              <a:t>Reasons to open it every week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468880"/>
            <a:ext cx="105156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0">
                <a:solidFill>
                  <a:srgbClr val="575279"/>
                </a:solidFill>
              </a:defRPr>
            </a:pPr>
            <a:r>
              <a:t>Parking memory, fuel and service log with a PDF history for resale.</a:t>
            </a:r>
          </a:p>
          <a:p>
            <a:pPr>
              <a:spcAft>
                <a:spcPts val="1000"/>
              </a:spcAft>
              <a:defRPr sz="2200" b="0">
                <a:solidFill>
                  <a:srgbClr val="575279"/>
                </a:solidFill>
              </a:defRPr>
            </a:pPr>
            <a:r>
              <a:t>Family sharing, crash detection with a 15-second cancel, one-tap 112 and SOS.</a:t>
            </a:r>
          </a:p>
          <a:p>
            <a:pPr>
              <a:spcAft>
                <a:spcPts val="1000"/>
              </a:spcAft>
              <a:defRPr sz="2200" b="0">
                <a:solidFill>
                  <a:srgbClr val="575279"/>
                </a:solidFill>
              </a:defRPr>
            </a:pPr>
            <a:r>
              <a:t>Live trip sharing, renewals, housing-society notice board.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E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5A45C9"/>
                </a:solidFill>
              </a:defRPr>
            </a:pPr>
            <a:r>
              <a:t>TRUST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4000" b="1">
                <a:solidFill>
                  <a:srgbClr val="171335"/>
                </a:solidFill>
              </a:defRPr>
            </a:pPr>
            <a:r>
              <a:t>Privacy by construction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468880"/>
            <a:ext cx="105156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0">
                <a:solidFill>
                  <a:srgbClr val="575279"/>
                </a:solidFill>
              </a:defRPr>
            </a:pPr>
            <a:r>
              <a:t>Strangers never touch the database: one edge function checks the plate, rate-limits and hashes IPs.</a:t>
            </a:r>
          </a:p>
          <a:p>
            <a:pPr>
              <a:spcAft>
                <a:spcPts val="1000"/>
              </a:spcAft>
              <a:defRPr sz="2200" b="0">
                <a:solidFill>
                  <a:srgbClr val="575279"/>
                </a:solidFill>
              </a:defRPr>
            </a:pPr>
            <a:r>
              <a:t>Colour, make and model only. No name, number or address, ever.</a:t>
            </a:r>
          </a:p>
          <a:p>
            <a:pPr>
              <a:spcAft>
                <a:spcPts val="1000"/>
              </a:spcAft>
              <a:defRPr sz="2200" b="0">
                <a:solidFill>
                  <a:srgbClr val="575279"/>
                </a:solidFill>
              </a:defRPr>
            </a:pPr>
            <a:r>
              <a:t>Personal logs stay on the phone. In-app account deletion removes everything.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E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5A45C9"/>
                </a:solidFill>
              </a:defRPr>
            </a:pPr>
            <a:r>
              <a:t>PROOF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4000" b="1">
                <a:solidFill>
                  <a:srgbClr val="171335"/>
                </a:solidFill>
              </a:defRPr>
            </a:pPr>
            <a:r>
              <a:t>Free to run, tested to trust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468880"/>
            <a:ext cx="105156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0">
                <a:solidFill>
                  <a:srgbClr val="575279"/>
                </a:solidFill>
              </a:defRPr>
            </a:pPr>
            <a:r>
              <a:t>Rs 0 per month on free tiers (Supabase, FCM, Vercel).</a:t>
            </a:r>
          </a:p>
          <a:p>
            <a:pPr>
              <a:spcAft>
                <a:spcPts val="1000"/>
              </a:spcAft>
              <a:defRPr sz="2200" b="0">
                <a:solidFill>
                  <a:srgbClr val="575279"/>
                </a:solidFill>
              </a:defRPr>
            </a:pPr>
            <a:r>
              <a:t>119 backend end-to-end checks and 49 app tests and 3 on-device ML checks; CI on every push.</a:t>
            </a:r>
          </a:p>
          <a:p>
            <a:pPr>
              <a:spcAft>
                <a:spcPts val="1000"/>
              </a:spcAft>
              <a:defRPr sz="2200" b="0">
                <a:solidFill>
                  <a:srgbClr val="575279"/>
                </a:solidFill>
              </a:defRPr>
            </a:pPr>
            <a:r>
              <a:t>English, Hindi, Kannada and Tamil across the app, scan page and trip page.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C4BFDE"/>
                </a:solidFill>
              </a:defRPr>
            </a:pPr>
            <a:r>
              <a:t>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4000" b="1">
                <a:solidFill>
                  <a:srgbClr val="FFFFFF"/>
                </a:solidFill>
              </a:defRPr>
            </a:pPr>
            <a:r>
              <a:t>What's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468880"/>
            <a:ext cx="105156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0">
                <a:solidFill>
                  <a:srgbClr val="C4BFDE"/>
                </a:solidFill>
              </a:defRPr>
            </a:pPr>
            <a:r>
              <a:t>Test the on-device layer on a real iQOO phone.</a:t>
            </a:r>
          </a:p>
          <a:p>
            <a:pPr>
              <a:spcAft>
                <a:spcPts val="1000"/>
              </a:spcAft>
              <a:defRPr sz="2200" b="0">
                <a:solidFill>
                  <a:srgbClr val="C4BFDE"/>
                </a:solidFill>
              </a:defRPr>
            </a:pPr>
            <a:r>
              <a:t>Voice notes from strangers (needs an on-device model on the scan page).</a:t>
            </a:r>
          </a:p>
          <a:p>
            <a:pPr>
              <a:spcAft>
                <a:spcPts val="1000"/>
              </a:spcAft>
              <a:defRPr sz="2200" b="0">
                <a:solidFill>
                  <a:srgbClr val="C4BFDE"/>
                </a:solidFill>
              </a:defRPr>
            </a:pPr>
            <a:r>
              <a:t>Switch on push with a Firebase project; proof of ownership for plates.</a:t>
            </a:r>
          </a:p>
          <a:p>
            <a:pPr>
              <a:spcAft>
                <a:spcPts val="1000"/>
              </a:spcAft>
              <a:defRPr sz="2200" b="0">
                <a:solidFill>
                  <a:srgbClr val="C4BFDE"/>
                </a:solidFill>
              </a:defRPr>
            </a:pPr>
            <a:r>
              <a:t>Connect. Every car gets a voice.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