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FFFFFF"/>
                </a:solidFill>
              </a:defRPr>
            </a:pPr>
            <a:r>
              <a:t>Every car gets a voice.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Anyone can reach a car's owner without either side sharing a phone number.</a:t>
            </a:r>
          </a:p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Connect · iQOO Hackathon · Mobility 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Blocked in. Lights on all night. No number to call.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Strangers can't reach you about your car, and you can't hand out your number to every stranger.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Today that means honking, notes under the wiper, or a call to the building guard.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THE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A QR tag turns it into a private chat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Scan with any phone camera, no app needed.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Pick the reason, prove you're at the car with the last 4 plate characters.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Owner and family are alerted at once; replies come back in the stranger's language.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Neither side ever sees a phone number.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BUILT FOR IQOO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On-device AI: the plate is the QR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No sticker? Photograph the plate. ML Kit OCR reads it on the phone.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If the owner is on Connect, the masked chat opens. The answer is only "a Connect car exists".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The photo never leaves the phone. Ambiguous plates resolve to nothing, so a squatter never gets your messages.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BUILT FOR IQOO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On-device AI: understand the situation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Photograph the problem; the phone labels the scene on-device.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On a clear sign (a wreck, a tow truck, a gate in frame) it suggests the reason, drafts the message and flags urgency. Otherwise it leaves the choice to you.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The suggestion travels in the URL fragment, never to a server. The sender reviews and sends.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BUILT FOR IQOO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On-device AI: the language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Detect the language of a stranger's message and translate it on the phone (English, Hindi, Kannada, Tamil).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Owners can dictate replies by voice in their own language.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Language packs download once; after that it works offline.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BEYOND THE FIRST ALERT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Reasons to open it every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Parking memory, fuel and service log with a PDF history for resale.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Family sharing, crash detection with a 15-second cancel, one-tap 112 and SOS.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Live trip sharing, renewals, housing-society notice board.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Privacy by construction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Strangers never touch the database: one edge function checks the plate, rate-limits and hashes IPs.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Colour, make and model only. No name, number or address, ever.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Personal logs stay on the phone. In-app account deletion removes everything.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Free to run, tested to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Rs 0 per month on free tiers (Supabase, FCM, Vercel).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119 backend end-to-end checks and 49 app tests and 3 on-device ML checks; CI on every push.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English, Hindi, Kannada and Tamil across the app, scan page and trip page.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C4BFDE"/>
                </a:solidFill>
              </a:defRPr>
            </a:pPr>
            <a: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FFFFFF"/>
                </a:solidFill>
              </a:defRPr>
            </a:pPr>
            <a: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Test the on-device layer on a real iQOO phone.</a:t>
            </a:r>
          </a:p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Voice notes from strangers (needs an on-device model on the scan page).</a:t>
            </a:r>
          </a:p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Switch on push with a Firebase project; proof of ownership for plates.</a:t>
            </a:r>
          </a:p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Connect. Every car gets a voice.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